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" charset="1" panose="020B0606030504020204"/>
      <p:regular r:id="rId12"/>
    </p:embeddedFont>
    <p:embeddedFont>
      <p:font typeface="Open Sans Bold" charset="1" panose="020B0806030504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2181" y="592022"/>
            <a:ext cx="4277175" cy="2683927"/>
          </a:xfrm>
          <a:custGeom>
            <a:avLst/>
            <a:gdLst/>
            <a:ahLst/>
            <a:cxnLst/>
            <a:rect r="r" b="b" t="t" l="l"/>
            <a:pathLst>
              <a:path h="2683927" w="4277175">
                <a:moveTo>
                  <a:pt x="0" y="0"/>
                </a:moveTo>
                <a:lnTo>
                  <a:pt x="4277175" y="0"/>
                </a:lnTo>
                <a:lnTo>
                  <a:pt x="4277175" y="2683927"/>
                </a:lnTo>
                <a:lnTo>
                  <a:pt x="0" y="268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41992" y="3573059"/>
            <a:ext cx="7577568" cy="4944363"/>
          </a:xfrm>
          <a:custGeom>
            <a:avLst/>
            <a:gdLst/>
            <a:ahLst/>
            <a:cxnLst/>
            <a:rect r="r" b="b" t="t" l="l"/>
            <a:pathLst>
              <a:path h="4944363" w="7577568">
                <a:moveTo>
                  <a:pt x="0" y="0"/>
                </a:moveTo>
                <a:lnTo>
                  <a:pt x="7577568" y="0"/>
                </a:lnTo>
                <a:lnTo>
                  <a:pt x="7577568" y="4944364"/>
                </a:lnTo>
                <a:lnTo>
                  <a:pt x="0" y="4944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186092" y="848464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8300" y="1252132"/>
            <a:ext cx="6687145" cy="86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5"/>
              </a:lnSpc>
              <a:spcBef>
                <a:spcPct val="0"/>
              </a:spcBef>
            </a:pPr>
            <a:r>
              <a:rPr lang="en-US" sz="5018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5018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résentation du projet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9043" y="2704461"/>
            <a:ext cx="9344197" cy="56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33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3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rojet Application Java – BTS SIO​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5162" y="4573855"/>
            <a:ext cx="8110459" cy="243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7740" indent="-24887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23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Dével</a:t>
            </a:r>
            <a:r>
              <a:rPr lang="en-US" sz="23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oppement d’une application en Java​</a:t>
            </a:r>
          </a:p>
          <a:p>
            <a:pPr algn="just" marL="497740" indent="-24887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23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 réalisé pendant le BTS SIO​</a:t>
            </a:r>
          </a:p>
          <a:p>
            <a:pPr algn="just" marL="497740" indent="-24887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23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Objectif : regrouper les applications développées pendant la formation​</a:t>
            </a:r>
          </a:p>
          <a:p>
            <a:pPr algn="just" marL="497740" indent="-24887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23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Interface graphique réalisée avec WindowBuilder​</a:t>
            </a:r>
          </a:p>
          <a:p>
            <a:pPr algn="just">
              <a:lnSpc>
                <a:spcPts val="3227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86092" y="848464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256" y="4054874"/>
            <a:ext cx="8311595" cy="5018125"/>
          </a:xfrm>
          <a:custGeom>
            <a:avLst/>
            <a:gdLst/>
            <a:ahLst/>
            <a:cxnLst/>
            <a:rect r="r" b="b" t="t" l="l"/>
            <a:pathLst>
              <a:path h="5018125" w="8311595">
                <a:moveTo>
                  <a:pt x="0" y="0"/>
                </a:moveTo>
                <a:lnTo>
                  <a:pt x="8311595" y="0"/>
                </a:lnTo>
                <a:lnTo>
                  <a:pt x="8311595" y="5018126"/>
                </a:lnTo>
                <a:lnTo>
                  <a:pt x="0" y="5018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720" y="4789737"/>
            <a:ext cx="2492431" cy="1774200"/>
          </a:xfrm>
          <a:custGeom>
            <a:avLst/>
            <a:gdLst/>
            <a:ahLst/>
            <a:cxnLst/>
            <a:rect r="r" b="b" t="t" l="l"/>
            <a:pathLst>
              <a:path h="1774200" w="2492431">
                <a:moveTo>
                  <a:pt x="0" y="0"/>
                </a:moveTo>
                <a:lnTo>
                  <a:pt x="2492430" y="0"/>
                </a:lnTo>
                <a:lnTo>
                  <a:pt x="2492430" y="1774200"/>
                </a:lnTo>
                <a:lnTo>
                  <a:pt x="0" y="1774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24851" y="4054874"/>
            <a:ext cx="8545630" cy="5018125"/>
          </a:xfrm>
          <a:custGeom>
            <a:avLst/>
            <a:gdLst/>
            <a:ahLst/>
            <a:cxnLst/>
            <a:rect r="r" b="b" t="t" l="l"/>
            <a:pathLst>
              <a:path h="5018125" w="8545630">
                <a:moveTo>
                  <a:pt x="0" y="0"/>
                </a:moveTo>
                <a:lnTo>
                  <a:pt x="8545630" y="0"/>
                </a:lnTo>
                <a:lnTo>
                  <a:pt x="8545630" y="5018126"/>
                </a:lnTo>
                <a:lnTo>
                  <a:pt x="0" y="5018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9" r="-12663" b="-13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67590" y="7072355"/>
            <a:ext cx="2402891" cy="2000645"/>
          </a:xfrm>
          <a:custGeom>
            <a:avLst/>
            <a:gdLst/>
            <a:ahLst/>
            <a:cxnLst/>
            <a:rect r="r" b="b" t="t" l="l"/>
            <a:pathLst>
              <a:path h="2000645" w="2402891">
                <a:moveTo>
                  <a:pt x="0" y="0"/>
                </a:moveTo>
                <a:lnTo>
                  <a:pt x="2402891" y="0"/>
                </a:lnTo>
                <a:lnTo>
                  <a:pt x="2402891" y="2000645"/>
                </a:lnTo>
                <a:lnTo>
                  <a:pt x="0" y="2000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904875"/>
            <a:ext cx="9661017" cy="108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9"/>
              </a:lnSpc>
              <a:spcBef>
                <a:spcPct val="0"/>
              </a:spcBef>
            </a:pPr>
            <a:r>
              <a:rPr lang="en-US" sz="6392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Organisa</a:t>
            </a:r>
            <a:r>
              <a:rPr lang="en-US" sz="6392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tion de l'équipe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9624" y="2298465"/>
            <a:ext cx="12479537" cy="140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📋 Gantt : répartition des tâches entre 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Jawed (Présentation), Aya (Gantt), Mathéo et Benjamin (Interface)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🔀 GitHub : versioning et partage du code en équipe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23407" y="609231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9732" y="1948326"/>
          <a:ext cx="14656660" cy="6737417"/>
        </p:xfrm>
        <a:graphic>
          <a:graphicData uri="http://schemas.openxmlformats.org/drawingml/2006/table">
            <a:tbl>
              <a:tblPr/>
              <a:tblGrid>
                <a:gridCol w="2854119"/>
                <a:gridCol w="3348823"/>
                <a:gridCol w="8453717"/>
              </a:tblGrid>
              <a:tr h="34897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76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38505" y="6110086"/>
            <a:ext cx="2138952" cy="1868573"/>
          </a:xfrm>
          <a:custGeom>
            <a:avLst/>
            <a:gdLst/>
            <a:ahLst/>
            <a:cxnLst/>
            <a:rect r="r" b="b" t="t" l="l"/>
            <a:pathLst>
              <a:path h="1868573" w="2138952">
                <a:moveTo>
                  <a:pt x="0" y="0"/>
                </a:moveTo>
                <a:lnTo>
                  <a:pt x="2138952" y="0"/>
                </a:lnTo>
                <a:lnTo>
                  <a:pt x="2138952" y="1868574"/>
                </a:lnTo>
                <a:lnTo>
                  <a:pt x="0" y="1868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28" t="-15928" r="-15812" b="-9143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65300" y="2686625"/>
            <a:ext cx="2412157" cy="2328867"/>
          </a:xfrm>
          <a:custGeom>
            <a:avLst/>
            <a:gdLst/>
            <a:ahLst/>
            <a:cxnLst/>
            <a:rect r="r" b="b" t="t" l="l"/>
            <a:pathLst>
              <a:path h="2328867" w="2412157">
                <a:moveTo>
                  <a:pt x="0" y="0"/>
                </a:moveTo>
                <a:lnTo>
                  <a:pt x="2412157" y="0"/>
                </a:lnTo>
                <a:lnTo>
                  <a:pt x="2412157" y="2328867"/>
                </a:lnTo>
                <a:lnTo>
                  <a:pt x="0" y="2328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24" t="-4385" r="-10452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365279" y="2038038"/>
            <a:ext cx="3183196" cy="1813020"/>
          </a:xfrm>
          <a:custGeom>
            <a:avLst/>
            <a:gdLst/>
            <a:ahLst/>
            <a:cxnLst/>
            <a:rect r="r" b="b" t="t" l="l"/>
            <a:pathLst>
              <a:path h="1813020" w="3183196">
                <a:moveTo>
                  <a:pt x="0" y="0"/>
                </a:moveTo>
                <a:lnTo>
                  <a:pt x="3183196" y="0"/>
                </a:lnTo>
                <a:lnTo>
                  <a:pt x="3183196" y="1813020"/>
                </a:lnTo>
                <a:lnTo>
                  <a:pt x="0" y="1813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4" t="-4948" r="-1014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440953" y="2500378"/>
            <a:ext cx="4275726" cy="2643122"/>
          </a:xfrm>
          <a:custGeom>
            <a:avLst/>
            <a:gdLst/>
            <a:ahLst/>
            <a:cxnLst/>
            <a:rect r="r" b="b" t="t" l="l"/>
            <a:pathLst>
              <a:path h="2643122" w="4275726">
                <a:moveTo>
                  <a:pt x="0" y="0"/>
                </a:moveTo>
                <a:lnTo>
                  <a:pt x="4275726" y="0"/>
                </a:lnTo>
                <a:lnTo>
                  <a:pt x="4275726" y="2643122"/>
                </a:lnTo>
                <a:lnTo>
                  <a:pt x="0" y="2643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18" t="0" r="-12885" b="-203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615418" y="3272823"/>
            <a:ext cx="3588090" cy="2037041"/>
          </a:xfrm>
          <a:custGeom>
            <a:avLst/>
            <a:gdLst/>
            <a:ahLst/>
            <a:cxnLst/>
            <a:rect r="r" b="b" t="t" l="l"/>
            <a:pathLst>
              <a:path h="2037041" w="3588090">
                <a:moveTo>
                  <a:pt x="0" y="0"/>
                </a:moveTo>
                <a:lnTo>
                  <a:pt x="3588090" y="0"/>
                </a:lnTo>
                <a:lnTo>
                  <a:pt x="3588090" y="2037041"/>
                </a:lnTo>
                <a:lnTo>
                  <a:pt x="0" y="20370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14" t="0" r="-1014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007713" y="5586898"/>
            <a:ext cx="3095820" cy="2914950"/>
          </a:xfrm>
          <a:custGeom>
            <a:avLst/>
            <a:gdLst/>
            <a:ahLst/>
            <a:cxnLst/>
            <a:rect r="r" b="b" t="t" l="l"/>
            <a:pathLst>
              <a:path h="2914950" w="3095820">
                <a:moveTo>
                  <a:pt x="0" y="0"/>
                </a:moveTo>
                <a:lnTo>
                  <a:pt x="3095820" y="0"/>
                </a:lnTo>
                <a:lnTo>
                  <a:pt x="3095820" y="2914950"/>
                </a:lnTo>
                <a:lnTo>
                  <a:pt x="0" y="291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17" r="0" b="-1117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975959" y="5586898"/>
            <a:ext cx="3014972" cy="2914950"/>
          </a:xfrm>
          <a:custGeom>
            <a:avLst/>
            <a:gdLst/>
            <a:ahLst/>
            <a:cxnLst/>
            <a:rect r="r" b="b" t="t" l="l"/>
            <a:pathLst>
              <a:path h="2914950" w="3014972">
                <a:moveTo>
                  <a:pt x="0" y="0"/>
                </a:moveTo>
                <a:lnTo>
                  <a:pt x="3014973" y="0"/>
                </a:lnTo>
                <a:lnTo>
                  <a:pt x="3014973" y="2914950"/>
                </a:lnTo>
                <a:lnTo>
                  <a:pt x="0" y="291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962025"/>
            <a:ext cx="1040972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7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es applications développées - Test et résultat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98121" y="3187574"/>
            <a:ext cx="479390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L'utilisateur doit deviner </a:t>
            </a:r>
          </a:p>
          <a:p>
            <a:pPr algn="ctr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nombre aléatoire </a:t>
            </a:r>
          </a:p>
          <a:p>
            <a:pPr algn="ctr">
              <a:lnSpc>
                <a:spcPts val="2519"/>
              </a:lnSpc>
            </a:pPr>
            <a:r>
              <a:rPr lang="en-US" sz="1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 0 et 100 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un minimum d'essais.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56579" y="6071986"/>
            <a:ext cx="3076984" cy="168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192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de calcul avec interface graphique permettant les 4 opérations de base.</a:t>
            </a:r>
          </a:p>
          <a:p>
            <a:pPr algn="ctr">
              <a:lnSpc>
                <a:spcPts val="26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86092" y="848464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04816" y="1829321"/>
          <a:ext cx="13714680" cy="7217124"/>
        </p:xfrm>
        <a:graphic>
          <a:graphicData uri="http://schemas.openxmlformats.org/drawingml/2006/table">
            <a:tbl>
              <a:tblPr/>
              <a:tblGrid>
                <a:gridCol w="3196031"/>
                <a:gridCol w="2402864"/>
                <a:gridCol w="8115786"/>
              </a:tblGrid>
              <a:tr h="3731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53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630553" y="2442848"/>
            <a:ext cx="2519689" cy="5945255"/>
            <a:chOff x="0" y="0"/>
            <a:chExt cx="3359585" cy="79270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9585" cy="3268309"/>
            </a:xfrm>
            <a:custGeom>
              <a:avLst/>
              <a:gdLst/>
              <a:ahLst/>
              <a:cxnLst/>
              <a:rect r="r" b="b" t="t" l="l"/>
              <a:pathLst>
                <a:path h="3268309" w="3359585">
                  <a:moveTo>
                    <a:pt x="0" y="0"/>
                  </a:moveTo>
                  <a:lnTo>
                    <a:pt x="3359585" y="0"/>
                  </a:lnTo>
                  <a:lnTo>
                    <a:pt x="3359585" y="3268309"/>
                  </a:lnTo>
                  <a:lnTo>
                    <a:pt x="0" y="3268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47" t="-2295" r="-8152" b="-2489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6470" y="4914527"/>
              <a:ext cx="3089433" cy="3012480"/>
            </a:xfrm>
            <a:custGeom>
              <a:avLst/>
              <a:gdLst/>
              <a:ahLst/>
              <a:cxnLst/>
              <a:rect r="r" b="b" t="t" l="l"/>
              <a:pathLst>
                <a:path h="3012480" w="3089433">
                  <a:moveTo>
                    <a:pt x="0" y="0"/>
                  </a:moveTo>
                  <a:lnTo>
                    <a:pt x="3089433" y="0"/>
                  </a:lnTo>
                  <a:lnTo>
                    <a:pt x="3089433" y="3012480"/>
                  </a:lnTo>
                  <a:lnTo>
                    <a:pt x="0" y="301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560" t="-6777" r="-15030" b="-3974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986779" y="1953234"/>
            <a:ext cx="3928053" cy="2132547"/>
          </a:xfrm>
          <a:custGeom>
            <a:avLst/>
            <a:gdLst/>
            <a:ahLst/>
            <a:cxnLst/>
            <a:rect r="r" b="b" t="t" l="l"/>
            <a:pathLst>
              <a:path h="2132547" w="3928053">
                <a:moveTo>
                  <a:pt x="0" y="0"/>
                </a:moveTo>
                <a:lnTo>
                  <a:pt x="3928053" y="0"/>
                </a:lnTo>
                <a:lnTo>
                  <a:pt x="3928053" y="2132547"/>
                </a:lnTo>
                <a:lnTo>
                  <a:pt x="0" y="2132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38123" y="1953234"/>
            <a:ext cx="4048656" cy="2132547"/>
          </a:xfrm>
          <a:custGeom>
            <a:avLst/>
            <a:gdLst/>
            <a:ahLst/>
            <a:cxnLst/>
            <a:rect r="r" b="b" t="t" l="l"/>
            <a:pathLst>
              <a:path h="2132547" w="4048656">
                <a:moveTo>
                  <a:pt x="0" y="0"/>
                </a:moveTo>
                <a:lnTo>
                  <a:pt x="4048656" y="0"/>
                </a:lnTo>
                <a:lnTo>
                  <a:pt x="4048656" y="2132547"/>
                </a:lnTo>
                <a:lnTo>
                  <a:pt x="0" y="2132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54133" y="3303297"/>
            <a:ext cx="2037560" cy="2134586"/>
          </a:xfrm>
          <a:custGeom>
            <a:avLst/>
            <a:gdLst/>
            <a:ahLst/>
            <a:cxnLst/>
            <a:rect r="r" b="b" t="t" l="l"/>
            <a:pathLst>
              <a:path h="2134586" w="2037560">
                <a:moveTo>
                  <a:pt x="0" y="0"/>
                </a:moveTo>
                <a:lnTo>
                  <a:pt x="2037559" y="0"/>
                </a:lnTo>
                <a:lnTo>
                  <a:pt x="2037559" y="2134586"/>
                </a:lnTo>
                <a:lnTo>
                  <a:pt x="0" y="2134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38123" y="5575612"/>
            <a:ext cx="7452282" cy="1890762"/>
          </a:xfrm>
          <a:custGeom>
            <a:avLst/>
            <a:gdLst/>
            <a:ahLst/>
            <a:cxnLst/>
            <a:rect r="r" b="b" t="t" l="l"/>
            <a:pathLst>
              <a:path h="1890762" w="7452282">
                <a:moveTo>
                  <a:pt x="0" y="0"/>
                </a:moveTo>
                <a:lnTo>
                  <a:pt x="7452282" y="0"/>
                </a:lnTo>
                <a:lnTo>
                  <a:pt x="7452282" y="1890762"/>
                </a:lnTo>
                <a:lnTo>
                  <a:pt x="0" y="18907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421" b="-287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4174" y="6436476"/>
            <a:ext cx="1692680" cy="2476817"/>
          </a:xfrm>
          <a:custGeom>
            <a:avLst/>
            <a:gdLst/>
            <a:ahLst/>
            <a:cxnLst/>
            <a:rect r="r" b="b" t="t" l="l"/>
            <a:pathLst>
              <a:path h="2476817" w="1692680">
                <a:moveTo>
                  <a:pt x="0" y="0"/>
                </a:moveTo>
                <a:lnTo>
                  <a:pt x="1692680" y="0"/>
                </a:lnTo>
                <a:lnTo>
                  <a:pt x="1692680" y="2476817"/>
                </a:lnTo>
                <a:lnTo>
                  <a:pt x="0" y="24768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38426" y="6274365"/>
            <a:ext cx="1872267" cy="2638928"/>
          </a:xfrm>
          <a:custGeom>
            <a:avLst/>
            <a:gdLst/>
            <a:ahLst/>
            <a:cxnLst/>
            <a:rect r="r" b="b" t="t" l="l"/>
            <a:pathLst>
              <a:path h="2638928" w="1872267">
                <a:moveTo>
                  <a:pt x="0" y="0"/>
                </a:moveTo>
                <a:lnTo>
                  <a:pt x="1872268" y="0"/>
                </a:lnTo>
                <a:lnTo>
                  <a:pt x="1872268" y="2638928"/>
                </a:lnTo>
                <a:lnTo>
                  <a:pt x="0" y="2638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62025"/>
            <a:ext cx="10409726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7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es applications développées - Test et résultat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578679" y="3275353"/>
            <a:ext cx="2265470" cy="81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15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Affrontez l'ordinateur </a:t>
            </a:r>
          </a:p>
          <a:p>
            <a:pPr algn="ctr">
              <a:lnSpc>
                <a:spcPts val="2187"/>
              </a:lnSpc>
            </a:pPr>
            <a:r>
              <a:rPr lang="en-US" sz="15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dans le classique jeu </a:t>
            </a:r>
          </a:p>
          <a:p>
            <a:pPr algn="ctr">
              <a:lnSpc>
                <a:spcPts val="2187"/>
              </a:lnSpc>
              <a:spcBef>
                <a:spcPct val="0"/>
              </a:spcBef>
            </a:pPr>
            <a:r>
              <a:rPr lang="en-US" b="true" sz="15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main en 3 manches.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80780" y="6781703"/>
            <a:ext cx="2061270" cy="98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Placez vos bateaux et coulez la flotte adverse avant qu'elle ne coule la vôtre.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86092" y="848464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24218" y="3165721"/>
            <a:ext cx="5821501" cy="5009823"/>
            <a:chOff x="0" y="0"/>
            <a:chExt cx="7762001" cy="66797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36429" cy="3136429"/>
            </a:xfrm>
            <a:custGeom>
              <a:avLst/>
              <a:gdLst/>
              <a:ahLst/>
              <a:cxnLst/>
              <a:rect r="r" b="b" t="t" l="l"/>
              <a:pathLst>
                <a:path h="3136429" w="3136429">
                  <a:moveTo>
                    <a:pt x="0" y="0"/>
                  </a:moveTo>
                  <a:lnTo>
                    <a:pt x="3136429" y="0"/>
                  </a:lnTo>
                  <a:lnTo>
                    <a:pt x="3136429" y="3136429"/>
                  </a:lnTo>
                  <a:lnTo>
                    <a:pt x="0" y="3136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533429" y="87990"/>
              <a:ext cx="3048439" cy="3048439"/>
            </a:xfrm>
            <a:custGeom>
              <a:avLst/>
              <a:gdLst/>
              <a:ahLst/>
              <a:cxnLst/>
              <a:rect r="r" b="b" t="t" l="l"/>
              <a:pathLst>
                <a:path h="3048439" w="3048439">
                  <a:moveTo>
                    <a:pt x="0" y="0"/>
                  </a:moveTo>
                  <a:lnTo>
                    <a:pt x="3048439" y="0"/>
                  </a:lnTo>
                  <a:lnTo>
                    <a:pt x="3048439" y="3048439"/>
                  </a:lnTo>
                  <a:lnTo>
                    <a:pt x="0" y="304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4408" y="3712151"/>
              <a:ext cx="2967613" cy="2967613"/>
            </a:xfrm>
            <a:custGeom>
              <a:avLst/>
              <a:gdLst/>
              <a:ahLst/>
              <a:cxnLst/>
              <a:rect r="r" b="b" t="t" l="l"/>
              <a:pathLst>
                <a:path h="2967613" w="2967613">
                  <a:moveTo>
                    <a:pt x="0" y="0"/>
                  </a:moveTo>
                  <a:lnTo>
                    <a:pt x="2967613" y="0"/>
                  </a:lnTo>
                  <a:lnTo>
                    <a:pt x="2967613" y="2967613"/>
                  </a:lnTo>
                  <a:lnTo>
                    <a:pt x="0" y="2967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353296" y="3271059"/>
              <a:ext cx="3408705" cy="3408705"/>
            </a:xfrm>
            <a:custGeom>
              <a:avLst/>
              <a:gdLst/>
              <a:ahLst/>
              <a:cxnLst/>
              <a:rect r="r" b="b" t="t" l="l"/>
              <a:pathLst>
                <a:path h="3408705" w="3408705">
                  <a:moveTo>
                    <a:pt x="0" y="0"/>
                  </a:moveTo>
                  <a:lnTo>
                    <a:pt x="3408705" y="0"/>
                  </a:lnTo>
                  <a:lnTo>
                    <a:pt x="3408705" y="3408705"/>
                  </a:lnTo>
                  <a:lnTo>
                    <a:pt x="0" y="340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54517" y="5030557"/>
            <a:ext cx="3032451" cy="875612"/>
          </a:xfrm>
          <a:custGeom>
            <a:avLst/>
            <a:gdLst/>
            <a:ahLst/>
            <a:cxnLst/>
            <a:rect r="r" b="b" t="t" l="l"/>
            <a:pathLst>
              <a:path h="875612" w="3032451">
                <a:moveTo>
                  <a:pt x="0" y="0"/>
                </a:moveTo>
                <a:lnTo>
                  <a:pt x="3032451" y="0"/>
                </a:lnTo>
                <a:lnTo>
                  <a:pt x="3032451" y="875612"/>
                </a:lnTo>
                <a:lnTo>
                  <a:pt x="0" y="8756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5537448" cy="1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6999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tils utilisés​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6558" y="2565482"/>
            <a:ext cx="624173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Pour réaliser ce projet, nous avons utilisés un ensemble d’outils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902157"/>
            <a:ext cx="6233006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langage de programmation JAVA pour l’interface et les jeux.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logiciel GANTT PROJECT pour la planification des tâches.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 pour le travail collaboratif ainsi que le versioning.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logiciel Canva pour la création de la présentation.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Window Builder pour créer des interfaces Java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0414" y="895350"/>
            <a:ext cx="4579888" cy="119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4"/>
              </a:lnSpc>
              <a:spcBef>
                <a:spcPct val="0"/>
              </a:spcBef>
            </a:pPr>
            <a:r>
              <a:rPr lang="en-US" sz="7017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7017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186092" y="848464"/>
            <a:ext cx="2574705" cy="2171044"/>
          </a:xfrm>
          <a:custGeom>
            <a:avLst/>
            <a:gdLst/>
            <a:ahLst/>
            <a:cxnLst/>
            <a:rect r="r" b="b" t="t" l="l"/>
            <a:pathLst>
              <a:path h="2171044" w="2574705">
                <a:moveTo>
                  <a:pt x="0" y="0"/>
                </a:moveTo>
                <a:lnTo>
                  <a:pt x="2574705" y="0"/>
                </a:lnTo>
                <a:lnTo>
                  <a:pt x="2574705" y="2171043"/>
                </a:lnTo>
                <a:lnTo>
                  <a:pt x="0" y="217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3256" y="9519537"/>
            <a:ext cx="16087790" cy="374650"/>
            <a:chOff x="0" y="0"/>
            <a:chExt cx="21450387" cy="4995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894666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Fai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par : Jawed, Aya, Mathéo et Benjamin​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8429920" y="-47625"/>
              <a:ext cx="30204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09/03/2026</a:t>
              </a:r>
              <a:r>
                <a:rPr lang="en-US" b="true" sz="24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​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0414" y="2784557"/>
            <a:ext cx="866885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conclusion, ce projet nous a permis d’acquérir de l’expérience sur diverses compétences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0414" y="4145298"/>
            <a:ext cx="757060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travail collaboratif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gestion de projet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création d’interface JAVA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0414" y="7014695"/>
            <a:ext cx="8668854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Merci de nous avoir écouté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DAHDoEY0SdE</dc:identifier>
  <dcterms:modified xsi:type="dcterms:W3CDTF">2011-08-01T06:04:30Z</dcterms:modified>
  <cp:revision>1</cp:revision>
  <dc:title>Votre texte de paragraphe</dc:title>
</cp:coreProperties>
</file>